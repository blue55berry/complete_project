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3" r:id="rId27"/>
    <p:sldId id="284" r:id="rId28"/>
    <p:sldId id="285" r:id="rId29"/>
    <p:sldId id="286" r:id="rId30"/>
    <p:sldId id="287" r:id="rId31"/>
    <p:sldId id="281" r:id="rId32"/>
    <p:sldId id="282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CD6342E-B88B-813B-8E53-5A6EA8ED1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921" y="1446806"/>
            <a:ext cx="7772400" cy="14700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ZENTHOR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EBE2C97-EDC7-B1DD-219C-CDB7EFB59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162" y="2714613"/>
            <a:ext cx="7535918" cy="12265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Career Guidance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Artificial Intelligence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4959A5-D761-AB92-D43B-B3EF8BFEABD4}"/>
              </a:ext>
            </a:extLst>
          </p:cNvPr>
          <p:cNvSpPr/>
          <p:nvPr/>
        </p:nvSpPr>
        <p:spPr>
          <a:xfrm>
            <a:off x="118242" y="93507"/>
            <a:ext cx="902575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Erode Sengunthar Engineering College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Perundurai, Erode - 638057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8488DE-30DC-75E9-76A1-AAAA3EC51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62" y="93507"/>
            <a:ext cx="1253359" cy="10991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E3C073-2EEA-ACA1-08D6-9B14EB2F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96" y="50991"/>
            <a:ext cx="1512996" cy="1470025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97F65758-7D14-A01A-2238-CD1826AD985C}"/>
              </a:ext>
            </a:extLst>
          </p:cNvPr>
          <p:cNvSpPr txBox="1">
            <a:spLocks/>
          </p:cNvSpPr>
          <p:nvPr/>
        </p:nvSpPr>
        <p:spPr>
          <a:xfrm>
            <a:off x="5038344" y="4462273"/>
            <a:ext cx="3657600" cy="192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Abhimanyu.C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ES22IT01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Kiruthik.M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ES22IT47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 Saif Ansari        ES22IT63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Gunasekaran M S     ES22IT305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44B9E7-E644-9AEE-411A-996160B37ADB}"/>
              </a:ext>
            </a:extLst>
          </p:cNvPr>
          <p:cNvSpPr txBox="1"/>
          <p:nvPr/>
        </p:nvSpPr>
        <p:spPr>
          <a:xfrm>
            <a:off x="291662" y="4462273"/>
            <a:ext cx="439006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Vijaybabu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3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Choosing a career is one of the most important and life-defining decisions.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career options creates confusion among students.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counseling lacks personalization and scalability.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awareness of skills and job trends.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 enables data-driven and intelligent career guidance.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Zenthor helps users make informed career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About Zenthor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AI-powered career guidance system.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Analyzes skills, interests, and academic data.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career recommendations.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Acts as a 24/7 virtual mentor.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Suggests learning paths, courses, and projects.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Bridges gap between skills and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career options causes confusion.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 in students.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between education and industry.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changes in job market trends.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not scalable.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intelligent guidance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choose correct career path.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generic and outdated.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job market analysis.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tracking system.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wrong career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Develop AI-based career system.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data for insights.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recommendations.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Identify skill gaps.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Support continuous learning.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Improve employability.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9328-CE5B-47CC-7248-6E7080D2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CEEA-42F4-B01A-3B4D-627FC6ADF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provide personalized recommendations.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time-consuming and depends on manual counseling.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updates about job market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human judgment, which may be biased.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skill gap analysis for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continuous career tracking.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large number of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remote users.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42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10F7-7541-0B00-825E-6B0E134C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AB568-59AE-46B9-8F51-0DB5FDA6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Zenthor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career guidance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skills, interests, and academic background.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and Machine Learning.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career recommendations.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skill gap analysis and learning paths.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monitoring and updates.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 and efficient.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anytime as a virtual mentor.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387B-8838-DB7F-00DC-0D0CC191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9094-7C05-7BE5-8E71-365F5C19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career suggestions.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results using AI.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based on industry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with data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improves skill gaps.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learning and growth.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anytime and anywhere.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cost and dependency on counselors.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3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D60D-6529-CD69-D528-D6615727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7256-66A5-2EF2-3FCE-2B0DE53A4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efficient data flow.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UI, Backend, Database, AI Engine.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interaction between components.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processing.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users efficiently.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451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01EF-5F2D-DD96-E00D-39C6A401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Backend &amp;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029B-7270-E4CD-79A1-71FFEB1F2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handles processing and API communication.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requests and system logic.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stores user data securely.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retrieval and storage.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analysis and scalability.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3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451F-ACF2-6226-1EE3-70A9C16D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AI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1585-40C3-6742-98E2-B4EBC544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 of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algorithms.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prediction and recommendation.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user data effectively.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with feedback and new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accuracy and performance.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2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B114-D8E8-A8FD-B023-588E2183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61D8-5F72-36D3-71B7-171D5BF0C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profile including education and background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skills, interests, and preferences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academic performance and certifications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career goals and ambitions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project and experience details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forms and questionnaires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accuracy and completeness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updates user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privacy and security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438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1AB6-1BB7-8193-3F2A-ED918DAD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93DB-2C8C-E16E-8C28-D5F69D7BA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cleaning to remove errors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missing and incomplete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data into structured format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normalization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Encodes data for machine learning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quality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dataset for ML models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587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4FEB-4A36-7EE7-FE80-FB1A7E23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4B143-6110-B6CB-87BE-4852B633D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classification algorithms for prediction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recommendation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career datasets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in user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outputs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with feedback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supervised learning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career options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performance continuously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5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A2E9-6055-CEA0-EAA7-45DBE328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DF24-5538-A680-AF9E-6E7C0E3C7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suitable career paths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required skills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course suggestions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roadmap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based on user profile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hybrid recommendation methods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recommendations regularly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multiple options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decision-making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805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4C3A-B5EA-7EE8-C4ED-79C2D672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90D1-93A0-BB77-C6E4-278B8675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user skills with job requirements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 skills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improvements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learning resources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progress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strengths and weaknesses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certifications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career readiness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448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5EB-EE10-E491-A36C-5CBC063E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B37E5-3CF0-58FC-6E19-46249E339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best career path using AI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 data and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job market demand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multiple career options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data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prediction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to changes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decision-making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455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243D-5535-3A88-5578-B092ED29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3D3F-C385-E840-FF22-9502D428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for frontend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for backend services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NeonDB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APIs for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115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6A23-54F0-C700-AB31-5B10EB67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5546-697B-9829-8354-3AE916D0A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intuitive 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clearly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for all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forms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Attractive layout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76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0794-6C3D-771D-0144-88DDCA47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BF12-72D2-E228-85EA-98C6710A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guidance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tracking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path suggestions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roadmap generation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185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B1DC-ED37-47EF-E6C1-3A40B452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BDBE-CE45-5C12-B913-812C42E50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building suggestions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recommendations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alerts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learning platforms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reports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setting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148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B6EE-A93E-03CA-897E-17F894A0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A17DC-1289-44D5-A27B-20749D9D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authentication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privacy protection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data storage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access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integrity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42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89FC-E9BF-7331-7C1F-A043577D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73869-F43D-91AE-6DB6-8CECBE96F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prediction accuracy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response time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engagement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feedback for improvement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performance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consistency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0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15FF-AF73-0021-9AE2-30FB598E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CDE94-ED38-E336-6A7E-E14F2A4DA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colleges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counseling centers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institutes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professionals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Guides career planning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674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4BC1AB-CBDF-53EA-BF8C-32CF2AB32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41488"/>
            <a:ext cx="8229600" cy="42433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943C8E-35B8-EAA9-25FA-A872632E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Hero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973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59B240-FF72-5DC7-530F-B87BAF296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3198"/>
            <a:ext cx="8229600" cy="42999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34DE221-288F-3C1F-74E6-57E41043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ndustry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</a:t>
            </a:r>
          </a:p>
        </p:txBody>
      </p:sp>
    </p:spTree>
    <p:extLst>
      <p:ext uri="{BB962C8B-B14F-4D97-AF65-F5344CB8AC3E}">
        <p14:creationId xmlns:p14="http://schemas.microsoft.com/office/powerpoint/2010/main" val="446853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B053CD-79FF-6FC0-3278-B9D0D38AC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5770"/>
            <a:ext cx="8229600" cy="42948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30DD8D-504E-01F6-C93A-8142A5AA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esume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</a:t>
            </a:r>
          </a:p>
        </p:txBody>
      </p:sp>
    </p:spTree>
    <p:extLst>
      <p:ext uri="{BB962C8B-B14F-4D97-AF65-F5344CB8AC3E}">
        <p14:creationId xmlns:p14="http://schemas.microsoft.com/office/powerpoint/2010/main" val="2461589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F172BC-0A13-472C-F4A9-010DF3494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7232"/>
            <a:ext cx="8229600" cy="42742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8120FB-D366-9B0F-14AD-996D5217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 Letter</a:t>
            </a:r>
          </a:p>
        </p:txBody>
      </p:sp>
    </p:spTree>
    <p:extLst>
      <p:ext uri="{BB962C8B-B14F-4D97-AF65-F5344CB8AC3E}">
        <p14:creationId xmlns:p14="http://schemas.microsoft.com/office/powerpoint/2010/main" val="300063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36DFA-0FF8-CFA7-6146-0AB5C64ED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6057"/>
            <a:ext cx="8229600" cy="42742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1BF3A93-AA2E-3C49-8333-EF2394FC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57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EA44-7AFB-4C58-62B6-16E5FDEF4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46DFB-B3F4-9EC2-3FE2-FBCEB66F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ML models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UI/UX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portal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reach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204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5E52-9ECF-61E5-FD43-B228F21C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5E1B-9D90-EC5B-7208-0366746EE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Zenthor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career decisions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recommendations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accuracy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growth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skill gap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guidance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222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B0DA3D-A4EC-B7D0-8343-A9C7CFC52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573" y="978408"/>
            <a:ext cx="7258174" cy="5166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154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2C99AB-2761-BAA2-A045-05F8CEF7E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53" y="905256"/>
            <a:ext cx="7110493" cy="5047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7867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86C367-DA69-5ABC-3745-E1DB23A44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33" y="896112"/>
            <a:ext cx="7444333" cy="5262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8510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F820C5-5EB3-F050-41EF-2A5597D3D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28" y="942738"/>
            <a:ext cx="7014447" cy="4972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33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1024</Words>
  <Application>Microsoft Office PowerPoint</Application>
  <PresentationFormat>On-screen Show (4:3)</PresentationFormat>
  <Paragraphs>248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Times New Roman</vt:lpstr>
      <vt:lpstr>Office Theme</vt:lpstr>
      <vt:lpstr>ZENTHOR</vt:lpstr>
      <vt:lpstr>Introduction</vt:lpstr>
      <vt:lpstr>About Zenthor</vt:lpstr>
      <vt:lpstr>Need for the System</vt:lpstr>
      <vt:lpstr>Problem Statement</vt:lpstr>
      <vt:lpstr>Objectives</vt:lpstr>
      <vt:lpstr>Limitations of Existing System</vt:lpstr>
      <vt:lpstr>Proposed System</vt:lpstr>
      <vt:lpstr>Advantages of Proposed System</vt:lpstr>
      <vt:lpstr>System Architecture - Overview</vt:lpstr>
      <vt:lpstr>System Architecture - Backend &amp; DB</vt:lpstr>
      <vt:lpstr>System Architecture - AI Engine</vt:lpstr>
      <vt:lpstr>Data Collection</vt:lpstr>
      <vt:lpstr>Data Processing</vt:lpstr>
      <vt:lpstr>Machine Learning Model</vt:lpstr>
      <vt:lpstr>Recommendation Engine</vt:lpstr>
      <vt:lpstr>Skill Gap Analysis</vt:lpstr>
      <vt:lpstr>Career Prediction</vt:lpstr>
      <vt:lpstr>Technologies Used</vt:lpstr>
      <vt:lpstr>User Interface</vt:lpstr>
      <vt:lpstr>Key Features</vt:lpstr>
      <vt:lpstr>Additional Features</vt:lpstr>
      <vt:lpstr>Security Features</vt:lpstr>
      <vt:lpstr>Performance Analysis</vt:lpstr>
      <vt:lpstr>Applications</vt:lpstr>
      <vt:lpstr>Hero Page</vt:lpstr>
      <vt:lpstr>Industry Insights</vt:lpstr>
      <vt:lpstr>Resume Builder</vt:lpstr>
      <vt:lpstr>Create Cover Letter</vt:lpstr>
      <vt:lpstr>Interview Preparation</vt:lpstr>
      <vt:lpstr>Future Enhancements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Abhimanyu C</cp:lastModifiedBy>
  <cp:revision>10</cp:revision>
  <dcterms:created xsi:type="dcterms:W3CDTF">2013-01-27T09:14:16Z</dcterms:created>
  <dcterms:modified xsi:type="dcterms:W3CDTF">2026-04-24T06:17:01Z</dcterms:modified>
  <cp:category/>
</cp:coreProperties>
</file>